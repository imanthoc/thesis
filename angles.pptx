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2c8ea953b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2c8ea953b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2c8ea953ba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2c8ea953ba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52600"/>
            <a:ext cx="8839198" cy="4426953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>
            <p:ph idx="4294967295"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Angle Reading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Intersection between two points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Inputs are p(x0, y0) anchor position and φ, the angle reading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Convert the line representation to y = m*x + b</a:t>
            </a:r>
            <a:br>
              <a:rPr lang="en"/>
            </a:br>
            <a:r>
              <a:rPr lang="en"/>
              <a:t>m = tan(φ), b = y0 - m*x0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line point intersection is solved by</a:t>
            </a:r>
            <a:br>
              <a:rPr lang="en"/>
            </a:br>
            <a:r>
              <a:rPr lang="en"/>
              <a:t>x = (b2-b1) / (m1 - m2)</a:t>
            </a:r>
            <a:br>
              <a:rPr lang="en"/>
            </a:br>
            <a:r>
              <a:rPr lang="en"/>
              <a:t>y = m1*x + b1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 Average Point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Due to noise, more than two lines never intersect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Find common point of line pairs</a:t>
            </a:r>
            <a:br>
              <a:rPr lang="en"/>
            </a:br>
            <a:r>
              <a:rPr lang="en"/>
              <a:t>p_6501_6502, p_6502_6503, etc…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Find Average point between those to get an estimation</a:t>
            </a:r>
            <a:br>
              <a:rPr lang="en"/>
            </a:br>
            <a:br>
              <a:rPr lang="en"/>
            </a:b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